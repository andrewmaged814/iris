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4a570ceb94dd8" /><Relationship Type="http://schemas.openxmlformats.org/officeDocument/2006/relationships/extended-properties" Target="/docProps/app.xml" Id="R4d48a12669d44d5f" /><Relationship Type="http://schemas.openxmlformats.org/officeDocument/2006/relationships/officeDocument" Target="/ppt/presentation.xml" Id="R667c7a412f85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c7f83c8644afa"/>
  </p:sldMasterIdLst>
  <p:notesMasterIdLst>
    <p:notesMasterId xmlns:r="http://schemas.openxmlformats.org/officeDocument/2006/relationships" r:id="R5b10e97df03d4e8d"/>
  </p:notesMasterIdLst>
  <p:sldIdLst>
    <p:sldId xmlns:r="http://schemas.openxmlformats.org/officeDocument/2006/relationships" id="256" r:id="R14af543a4b374a4b"/>
    <p:sldId xmlns:r="http://schemas.openxmlformats.org/officeDocument/2006/relationships" id="257" r:id="Rf1a1ecb2624a4e65"/>
    <p:sldId xmlns:r="http://schemas.openxmlformats.org/officeDocument/2006/relationships" id="258" r:id="R76e378544c7644a0"/>
    <p:sldId xmlns:r="http://schemas.openxmlformats.org/officeDocument/2006/relationships" id="259" r:id="Rdc9c4f7c03944670"/>
    <p:sldId xmlns:r="http://schemas.openxmlformats.org/officeDocument/2006/relationships" id="260" r:id="Re07dc8e768bb4e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e2f7b03984069" /><Relationship Type="http://schemas.openxmlformats.org/officeDocument/2006/relationships/slideMaster" Target="/ppt/slideMasters/slideMaster1.xml" Id="Rc9cc7f83c8644afa" /><Relationship Type="http://schemas.openxmlformats.org/officeDocument/2006/relationships/notesMaster" Target="/ppt/notesMasters/notesMaster1.xml" Id="R5b10e97df03d4e8d" /><Relationship Type="http://schemas.openxmlformats.org/officeDocument/2006/relationships/presProps" Target="/ppt/presProps.xml" Id="R1f783093595c447f" /><Relationship Type="http://schemas.openxmlformats.org/officeDocument/2006/relationships/tableStyles" Target="/ppt/tableStyles.xml" Id="R9bc464e051fa4acb" /><Relationship Type="http://schemas.openxmlformats.org/officeDocument/2006/relationships/slide" Target="/ppt/slides/slide1.xml" Id="R14af543a4b374a4b" /><Relationship Type="http://schemas.openxmlformats.org/officeDocument/2006/relationships/slide" Target="/ppt/slides/slide2.xml" Id="Rf1a1ecb2624a4e65" /><Relationship Type="http://schemas.openxmlformats.org/officeDocument/2006/relationships/slide" Target="/ppt/slides/slide3.xml" Id="R76e378544c7644a0" /><Relationship Type="http://schemas.openxmlformats.org/officeDocument/2006/relationships/slide" Target="/ppt/slides/slide4.xml" Id="Rdc9c4f7c03944670" /><Relationship Type="http://schemas.openxmlformats.org/officeDocument/2006/relationships/slide" Target="/ppt/slides/slide5.xml" Id="Re07dc8e768bb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c63bba951d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4a68c8695d4692" /><Relationship Type="http://schemas.openxmlformats.org/officeDocument/2006/relationships/notesMaster" Target="/ppt/notesMasters/notesMaster1.xml" Id="R915894069a1347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e0580781c044a7" /><Relationship Type="http://schemas.openxmlformats.org/officeDocument/2006/relationships/notesMaster" Target="/ppt/notesMasters/notesMaster1.xml" Id="R2d97aa115bfb4d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a680074a24bce" /><Relationship Type="http://schemas.openxmlformats.org/officeDocument/2006/relationships/notesMaster" Target="/ppt/notesMasters/notesMaster1.xml" Id="R3b4b0552c8f841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f116e98a54b47" /><Relationship Type="http://schemas.openxmlformats.org/officeDocument/2006/relationships/notesMaster" Target="/ppt/notesMasters/notesMaster1.xml" Id="Rad32f853d4184e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4a07116189464e" /><Relationship Type="http://schemas.openxmlformats.org/officeDocument/2006/relationships/notesMaster" Target="/ppt/notesMasters/notesMaster1.xml" Id="Re4effb34bf98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Iris product description and current scope: README.md and docs/PRODUCT.md, accessed 2 October 2026. The intended impact is discussed in docs/research/BUSINESS_IMPACT.md. No measured sales or time savings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product hypothesis grounded in Iris's target workflow. See docs/PRODUCT.md and docs/research/BUSINESS_IMPACT.md. The latter notes that owner time costs and local market prevalence still require merchant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architecture and feature scope: README.md, docs/PRODUCT.md, docs/STATUS.md and skills/market-watch/SKILL.md. Chosen-product watches and on-demand web research are distinct. Discovery of additional sellers is supported as research, not claimed as comprehensive automated coverage. Live connected-app writes are not presented as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framing follows docs/research/BUSINESS_IMPACT.md. No time saving, revenue uplift or merchant outcome has been measured. Scheduled watches, web research and store-context comparison are described in README.md and docs/PRODUCT.md. The pilot metrics are on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status on 2 October 2026: README.md and docs/STATUS.md report a live Telegram profile, native Composio authentication and spreadsheet read, and 59 passing offline tests. Selected-product watch history is implemented. Merchant time savings, finding quality and business outcomes remain pilot measures. Connected-app writes were not live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e59a03ff0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755d968e84d4b" /><Relationship Type="http://schemas.openxmlformats.org/officeDocument/2006/relationships/slideLayout" Target="/ppt/slideLayouts/slideLayout1.xml" Id="R6ef34b89d1fe45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34b89d1fe45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56acc6995482a" /><Relationship Type="http://schemas.openxmlformats.org/officeDocument/2006/relationships/image" Target="/ppt/media/image.png" Id="R01084bb58f00403f" /><Relationship Type="http://schemas.openxmlformats.org/officeDocument/2006/relationships/notesSlide" Target="/ppt/notesSlides/notesSlide1.xml" Id="R0538b3f6477049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9172fad8e49ca" /><Relationship Type="http://schemas.openxmlformats.org/officeDocument/2006/relationships/notesSlide" Target="/ppt/notesSlides/notesSlide2.xml" Id="Rc7930374c02c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dc5c0ee7c4172" /><Relationship Type="http://schemas.openxmlformats.org/officeDocument/2006/relationships/notesSlide" Target="/ppt/notesSlides/notesSlide3.xml" Id="R79f3181630e545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f4ba97414169" /><Relationship Type="http://schemas.openxmlformats.org/officeDocument/2006/relationships/notesSlide" Target="/ppt/notesSlides/notesSlide4.xml" Id="R8d2f1223764f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dbf41063e40a4" /><Relationship Type="http://schemas.openxmlformats.org/officeDocument/2006/relationships/notesSlide" Target="/ppt/notesSlides/notesSlide5.xml" Id="R73794635c75c4c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487DC-62E9-45E0-800D-E3BE02DF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IRIS / SME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EF835-825A-4CFC-AF64-E959B4C8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7800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Iris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BC434-7948-41B1-900D-121AF72B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647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7040A9"/>
                </a:solidFill>
                <a:latin typeface="Bahnschrift"/>
                <a:ea typeface="Bahnschrift"/>
                <a:cs typeface="Bahnschrift"/>
              </a:defRPr>
            </a:pPr>
            <a:r>
              <a:rPr sz="3825" b="0">
                <a:solidFill>
                  <a:srgbClr val="7040A9"/>
                </a:solidFill>
                <a:latin typeface="Bahnschrift"/>
                <a:ea typeface="Bahnschrift"/>
                <a:cs typeface="Bahnschrift"/>
              </a:rPr>
              <a:t>An AI market analyst</a:t>
            </a:r>
          </a:p>
          <a:p xmlns:a="http://schemas.openxmlformats.org/drawingml/2006/main">
            <a:pPr>
              <a:defRPr sz="3825" b="0">
                <a:solidFill>
                  <a:srgbClr val="7040A9"/>
                </a:solidFill>
                <a:latin typeface="Bahnschrift"/>
                <a:ea typeface="Bahnschrift"/>
                <a:cs typeface="Bahnschrift"/>
              </a:defRPr>
            </a:pPr>
            <a:r>
              <a:rPr sz="3825" b="0">
                <a:solidFill>
                  <a:srgbClr val="7040A9"/>
                </a:solidFill>
                <a:latin typeface="Bahnschrift"/>
                <a:ea typeface="Bahnschrift"/>
                <a:cs typeface="Bahnschrift"/>
              </a:rPr>
              <a:t>for small online retailers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78BD6-417F-4662-8E1A-522CE34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Iris watches the market, checks what matters to the store, and brings the owner a useful next move in Telegram.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84bb58f00403f"/>
          <a:stretch xmlns:a="http://schemas.openxmlformats.org/drawingml/2006/main"/>
        </p:blipFill>
        <p:spPr>
          <a:xfrm xmlns:a="http://schemas.openxmlformats.org/drawingml/2006/main">
            <a:off x="7953375" y="176212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09DE2-2EE0-48DA-B683-FF1CED3E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Hackathon impact slides  /  October 2026</a:t>
            </a:r>
          </a:p>
        </p:txBody>
      </p:sp>
    </p:spTree>
    <p:extLst>
      <p:ext uri="{BB962C8B-B14F-4D97-AF65-F5344CB8AC3E}">
        <p14:creationId xmlns:p14="http://schemas.microsoft.com/office/powerpoint/2010/main" val="711438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060E8-5C9D-4E93-B123-009F68D0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THE SME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01C8B-C512-4C4F-95D7-0520B820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620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4275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The market changes while the owner runs the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71470-9069-40A7-AC61-59630F8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OUTSIDE THE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47359-7290-412E-B83B-87A74BA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4762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Other stores change prices, offers and availability. New sellers can appear beyond the owner's watchlist.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9230E-3BA4-476D-A6BB-5C98C8C3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86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INSIDE THE 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A03B-DA94-4521-BC6C-33E85B8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The owner knows the catalog, stock, costs and what the business can actually 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0317A-F7D9-4A63-A45E-A57C77CC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7040A9"/>
                </a:solidFill>
                <a:latin typeface="Bahnschrift"/>
                <a:ea typeface="Bahnschrift"/>
                <a:cs typeface="Bahnschrift"/>
              </a:defRPr>
            </a:pPr>
            <a:r>
              <a:rPr sz="3225" b="0">
                <a:solidFill>
                  <a:srgbClr val="7040A9"/>
                </a:solidFill>
                <a:latin typeface="Bahnschrift"/>
                <a:ea typeface="Bahnschrift"/>
                <a:cs typeface="Bahnschrift"/>
              </a:rPr>
              <a:t>A useful decision requires both views.</a:t>
            </a:r>
          </a:p>
        </p:txBody>
      </p:sp>
    </p:spTree>
    <p:extLst>
      <p:ext uri="{BB962C8B-B14F-4D97-AF65-F5344CB8AC3E}">
        <p14:creationId xmlns:p14="http://schemas.microsoft.com/office/powerpoint/2010/main" val="976081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64668-E37D-4E26-A1A8-ACF83B95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HOW THE AGENT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8CDB2-D4B4-4321-A59B-606262C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4125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Iris connects market signals to business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4BBAF-3A34-49A0-A083-DCFF49AA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01 /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182C0-217E-4167-8918-04CF2037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323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2625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Look outward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8D078-97B7-4788-8DC3-CA707A8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Watches chosen competitor products and researches other sellers or offers when asked.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D882E-AEBB-4005-AE9B-3B644E5B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02 / INTERPRET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9C295-4F1D-4F33-86B0-C25D3E3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2625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Check the 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95BED-47DC-4B68-8A96-3CAE795B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67175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Reads connected catalog, stock and cost facts to judge whether a finding matters.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6B16E-BDFF-4504-A368-454C9A31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03 / 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469FA-E3DD-4C91-A73D-4D8CF00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323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2625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Bring a 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54774-6265-4C8E-A7D5-7D1C5454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67175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Explains one next move in Telegram and can prepare a grounded draft for the owner.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C0269-EB3F-412B-B048-6E84AF48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Hermes runs conversation, research and schedules. Composio connects the store's apps.</a:t>
            </a:r>
          </a:p>
        </p:txBody>
      </p:sp>
    </p:spTree>
    <p:extLst>
      <p:ext uri="{BB962C8B-B14F-4D97-AF65-F5344CB8AC3E}">
        <p14:creationId xmlns:p14="http://schemas.microsoft.com/office/powerpoint/2010/main" val="797356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05010-391F-4541-A6EE-FA4F0EB1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EXPECTED BUSINESS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941A8-342B-42C3-8AE6-72C624DA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4575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What changes for the owner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98F0C-6CED-45A2-98FE-6E2B319C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7040A9"/>
                </a:solidFill>
                <a:latin typeface="Bahnschrift"/>
                <a:ea typeface="Bahnschrift"/>
                <a:cs typeface="Bahnschrift"/>
              </a:defRPr>
            </a:pPr>
            <a:r>
              <a:rPr sz="2625" b="0">
                <a:solidFill>
                  <a:srgbClr val="7040A9"/>
                </a:solidFill>
                <a:latin typeface="Bahnschrift"/>
                <a:ea typeface="Bahnschrift"/>
                <a:cs typeface="Bahnschrift"/>
              </a:rPr>
              <a:t>Less manual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08158-775D-4E53-AB93-15B393E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6619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Scheduled watches let the owner review relevant changes instead of repeatedly checking product pages.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21B24-B7D7-426A-A3B9-B9BB4FC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7040A9"/>
                </a:solidFill>
                <a:latin typeface="Bahnschrift"/>
                <a:ea typeface="Bahnschrift"/>
                <a:cs typeface="Bahnschrift"/>
              </a:defRPr>
            </a:pPr>
            <a:r>
              <a:rPr sz="2625" b="0">
                <a:solidFill>
                  <a:srgbClr val="7040A9"/>
                </a:solidFill>
                <a:latin typeface="Bahnschrift"/>
                <a:ea typeface="Bahnschrift"/>
                <a:cs typeface="Bahnschrift"/>
              </a:rPr>
              <a:t>A wider market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0FDC2-C08E-4484-8FD8-D97A03F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6619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On-demand research can include stores and offers beyond the initial watchlist.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D398A-3BEB-46BC-9DA8-0FB6BC2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7040A9"/>
                </a:solidFill>
                <a:latin typeface="Bahnschrift"/>
                <a:ea typeface="Bahnschrift"/>
                <a:cs typeface="Bahnschrift"/>
              </a:defRPr>
            </a:pPr>
            <a:r>
              <a:rPr sz="2625" b="0">
                <a:solidFill>
                  <a:srgbClr val="7040A9"/>
                </a:solidFill>
                <a:latin typeface="Bahnschrift"/>
                <a:ea typeface="Bahnschrift"/>
                <a:cs typeface="Bahnschrift"/>
              </a:rPr>
              <a:t>A clearer next 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AB536-48FB-40E6-A224-1B049240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6619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Iris connects outside evidence to the store's stock and costs before recommending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AB8D-9945-4DB3-B8CD-8F3A0737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722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These are intended outcomes. A merchant pilot will measure the actual effect.</a:t>
            </a:r>
          </a:p>
        </p:txBody>
      </p:sp>
    </p:spTree>
    <p:extLst>
      <p:ext uri="{BB962C8B-B14F-4D97-AF65-F5344CB8AC3E}">
        <p14:creationId xmlns:p14="http://schemas.microsoft.com/office/powerpoint/2010/main" val="10190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E6F06-CFAD-4177-A9B0-46E753F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PROOF AND NEXT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A0A3E-9034-4DEB-889A-CE93B8CA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76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211A29"/>
                </a:solidFill>
                <a:latin typeface="Bahnschrift"/>
                <a:ea typeface="Bahnschrift"/>
                <a:cs typeface="Bahnschrift"/>
              </a:defRPr>
            </a:pPr>
            <a:r>
              <a:rPr sz="4350" b="0">
                <a:solidFill>
                  <a:srgbClr val="211A29"/>
                </a:solidFill>
                <a:latin typeface="Bahnschrift"/>
                <a:ea typeface="Bahnschrift"/>
                <a:cs typeface="Bahnschrift"/>
              </a:rPr>
              <a:t>Working agent. Merchant impact to measure.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A3DC9-E591-4CAA-8D49-53AE065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BUILT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6897-EB0A-4817-8DB4-35EFD65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040A9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7040A9"/>
                </a:solidFill>
                <a:latin typeface="Segoe UI"/>
                <a:ea typeface="Segoe UI"/>
                <a:cs typeface="Segoe UI"/>
              </a:rPr>
              <a:t>MERCHANT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6121F-5F8C-4CC0-80C3-506DD6DE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Live Telegram 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AEA27-8333-448E-8FB2-B2648898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Minutes spent on market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75FA7-6B01-490F-8D9A-204CE06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Selected-product watch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0593B-C7E8-4EE2-9609-6FB5FA61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Relevant findings the owner missed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5DB48-48FB-4296-9A09-17C35E3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Authenticated connected-app reads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30F82-9FB3-4EC8-AFA5-B7C70778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196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Recommendations the owner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087A4-41C6-42B2-B141-7EA6594A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59 passing offline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F305C-BF2E-4932-B1E2-E78B616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101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1A2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1A29"/>
                </a:solidFill>
                <a:latin typeface="Segoe UI"/>
                <a:ea typeface="Segoe UI"/>
                <a:cs typeface="Segoe UI"/>
              </a:rPr>
              <a:t>Time from finding to usable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7CFE0-FDFD-42E1-9910-695E44F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github.com/AndrewMaged814/iris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FEC55-7841-4E29-96DE-A9525F6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238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5A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25A6B"/>
                </a:solidFill>
                <a:latin typeface="Segoe UI"/>
                <a:ea typeface="Segoe UI"/>
                <a:cs typeface="Segoe UI"/>
              </a:rPr>
              <a:t>t.me/IrisMarketWatcherBot</a:t>
            </a:r>
          </a:p>
        </p:txBody>
      </p:sp>
    </p:spTree>
    <p:extLst>
      <p:ext uri="{BB962C8B-B14F-4D97-AF65-F5344CB8AC3E}">
        <p14:creationId xmlns:p14="http://schemas.microsoft.com/office/powerpoint/2010/main" val="142562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2026-10-02T19:03:41.3790000Z</dcterms:created>
  <dcterms:modified xsi:type="dcterms:W3CDTF">2026-10-02T19:03:41.3790000Z</dcterms:modified>
</coreProperties>
</file>